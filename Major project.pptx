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0" r:id="rId7"/>
    <p:sldId id="263" r:id="rId8"/>
    <p:sldId id="261"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1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3796362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3209360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1382291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DBF3CE-D1DF-4330-B6AE-5673E5AF1E04}" type="datetimeFigureOut">
              <a:rPr lang="en-IN" smtClean="0"/>
              <a:t>06-05-2024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2643479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DBF3CE-D1DF-4330-B6AE-5673E5AF1E04}" type="datetimeFigureOut">
              <a:rPr lang="en-IN" smtClean="0"/>
              <a:t>06-05-2024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2691081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DBF3CE-D1DF-4330-B6AE-5673E5AF1E04}" type="datetimeFigureOut">
              <a:rPr lang="en-IN" smtClean="0"/>
              <a:t>06-05-2024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654991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DBF3CE-D1DF-4330-B6AE-5673E5AF1E04}" type="datetimeFigureOut">
              <a:rPr lang="en-IN" smtClean="0"/>
              <a:t>06-05-2024</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501879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DBF3CE-D1DF-4330-B6AE-5673E5AF1E04}" type="datetimeFigureOut">
              <a:rPr lang="en-IN" smtClean="0"/>
              <a:t>06-05-2024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889712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DBF3CE-D1DF-4330-B6AE-5673E5AF1E04}" type="datetimeFigureOut">
              <a:rPr lang="en-IN" smtClean="0"/>
              <a:t>06-05-2024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3707145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DBF3CE-D1DF-4330-B6AE-5673E5AF1E04}" type="datetimeFigureOut">
              <a:rPr lang="en-IN" smtClean="0"/>
              <a:t>06-05-2024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75717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2272245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1855425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3192497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1DBF3CE-D1DF-4330-B6AE-5673E5AF1E04}" type="datetimeFigureOut">
              <a:rPr lang="en-IN" smtClean="0"/>
              <a:t>06-05-2024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3280796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1DBF3CE-D1DF-4330-B6AE-5673E5AF1E04}" type="datetimeFigureOut">
              <a:rPr lang="en-IN" smtClean="0"/>
              <a:t>06-05-2024</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585329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4012426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1DBF3CE-D1DF-4330-B6AE-5673E5AF1E04}" type="datetimeFigureOut">
              <a:rPr lang="en-IN" smtClean="0"/>
              <a:t>06-05-2024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898AF7-050A-472D-8C08-FD3621BE9A00}" type="slidenum">
              <a:rPr lang="en-IN" smtClean="0"/>
              <a:t>‹#›</a:t>
            </a:fld>
            <a:endParaRPr lang="en-IN"/>
          </a:p>
        </p:txBody>
      </p:sp>
    </p:spTree>
    <p:extLst>
      <p:ext uri="{BB962C8B-B14F-4D97-AF65-F5344CB8AC3E}">
        <p14:creationId xmlns:p14="http://schemas.microsoft.com/office/powerpoint/2010/main" val="351569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1DBF3CE-D1DF-4330-B6AE-5673E5AF1E04}" type="datetimeFigureOut">
              <a:rPr lang="en-IN" smtClean="0"/>
              <a:t>06-05-2024</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898AF7-050A-472D-8C08-FD3621BE9A00}" type="slidenum">
              <a:rPr lang="en-IN" smtClean="0"/>
              <a:t>‹#›</a:t>
            </a:fld>
            <a:endParaRPr lang="en-IN"/>
          </a:p>
        </p:txBody>
      </p:sp>
    </p:spTree>
    <p:extLst>
      <p:ext uri="{BB962C8B-B14F-4D97-AF65-F5344CB8AC3E}">
        <p14:creationId xmlns:p14="http://schemas.microsoft.com/office/powerpoint/2010/main" val="1649918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1F5E0-C321-C03D-C483-05F54E52B210}"/>
              </a:ext>
            </a:extLst>
          </p:cNvPr>
          <p:cNvSpPr>
            <a:spLocks noGrp="1"/>
          </p:cNvSpPr>
          <p:nvPr>
            <p:ph type="ctrTitle"/>
          </p:nvPr>
        </p:nvSpPr>
        <p:spPr>
          <a:xfrm>
            <a:off x="1323630" y="1040041"/>
            <a:ext cx="8825658" cy="1356930"/>
          </a:xfrm>
        </p:spPr>
        <p:txBody>
          <a:bodyPr/>
          <a:lstStyle/>
          <a:p>
            <a:r>
              <a:rPr lang="en-US" dirty="0"/>
              <a:t>           Major project </a:t>
            </a:r>
            <a:br>
              <a:rPr lang="en-US" dirty="0"/>
            </a:br>
            <a:r>
              <a:rPr lang="en-US" dirty="0"/>
              <a:t>College Explorer portal</a:t>
            </a:r>
            <a:endParaRPr lang="en-IN" dirty="0"/>
          </a:p>
        </p:txBody>
      </p:sp>
      <p:sp>
        <p:nvSpPr>
          <p:cNvPr id="3" name="Subtitle 2">
            <a:extLst>
              <a:ext uri="{FF2B5EF4-FFF2-40B4-BE49-F238E27FC236}">
                <a16:creationId xmlns:a16="http://schemas.microsoft.com/office/drawing/2014/main" id="{4304E1D4-26B6-38D0-7DD8-B87D5A84EBD7}"/>
              </a:ext>
            </a:extLst>
          </p:cNvPr>
          <p:cNvSpPr>
            <a:spLocks noGrp="1"/>
          </p:cNvSpPr>
          <p:nvPr>
            <p:ph type="subTitle" idx="1"/>
          </p:nvPr>
        </p:nvSpPr>
        <p:spPr>
          <a:xfrm>
            <a:off x="2522116" y="2867488"/>
            <a:ext cx="8825658" cy="3045040"/>
          </a:xfrm>
        </p:spPr>
        <p:txBody>
          <a:bodyPr>
            <a:normAutofit fontScale="40000" lnSpcReduction="20000"/>
          </a:bodyPr>
          <a:lstStyle/>
          <a:p>
            <a:pPr algn="just">
              <a:lnSpc>
                <a:spcPct val="115000"/>
              </a:lnSpc>
              <a:spcAft>
                <a:spcPts val="1000"/>
              </a:spcAft>
            </a:pPr>
            <a:r>
              <a:rPr lang="en-US" sz="4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2003A52108                           BHEEMREDDY DEVIKA</a:t>
            </a:r>
            <a:endParaRPr lang="en-IN" sz="4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4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2003A52020                           VANGARA SAIRAM     </a:t>
            </a:r>
          </a:p>
          <a:p>
            <a:pPr algn="just">
              <a:lnSpc>
                <a:spcPct val="115000"/>
              </a:lnSpc>
              <a:spcAft>
                <a:spcPts val="1000"/>
              </a:spcAft>
            </a:pPr>
            <a:r>
              <a:rPr lang="en-US" sz="4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2003A52013                           MOHAMMED IBRAHIM AFNAN AHMED</a:t>
            </a:r>
          </a:p>
          <a:p>
            <a:pPr algn="just">
              <a:lnSpc>
                <a:spcPct val="115000"/>
              </a:lnSpc>
              <a:spcAft>
                <a:spcPts val="1000"/>
              </a:spcAft>
            </a:pPr>
            <a:r>
              <a:rPr lang="en-US" sz="4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2003A52007                           EPPAKAYALA RISHITH RAJ </a:t>
            </a:r>
          </a:p>
          <a:p>
            <a:pPr algn="just">
              <a:lnSpc>
                <a:spcPct val="115000"/>
              </a:lnSpc>
              <a:spcAft>
                <a:spcPts val="1000"/>
              </a:spcAft>
            </a:pPr>
            <a:r>
              <a:rPr lang="en-US" sz="4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2003A52018                           THUMMA PAVAN KUMAR </a:t>
            </a:r>
            <a:endParaRPr lang="en-IN" sz="4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0973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9041-1C6A-C3D5-C18C-1F01AFBDE0A4}"/>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B45F131D-F364-7AB9-2156-EA1E30B42ADD}"/>
              </a:ext>
            </a:extLst>
          </p:cNvPr>
          <p:cNvSpPr>
            <a:spLocks noGrp="1"/>
          </p:cNvSpPr>
          <p:nvPr>
            <p:ph idx="1"/>
          </p:nvPr>
        </p:nvSpPr>
        <p:spPr>
          <a:xfrm>
            <a:off x="1090708" y="2298700"/>
            <a:ext cx="8825659" cy="3416300"/>
          </a:xfrm>
        </p:spPr>
        <p:txBody>
          <a:bodyPr>
            <a:noAutofit/>
          </a:bodyPr>
          <a:lstStyle/>
          <a:p>
            <a:pPr marL="0" indent="0">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To create a seamless login interface tailored for students, facilitating the exchange of project codes, videos, and academic certificates. Drawing inspiration from the functionalities of LinkedIn, this platform enables users to engage in interactions such as liking and commenting on shared content. Through this innovative portal, students are empowered to showcase their academic endeavour, solicit feedback, and forge meaningful connections within their educational ecosystem. By amalgamating the features of a social network with academic collaboration tools, the project seeks to cultivate a vibrant community conducive to intellectual growth and collaborative learning.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203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FC72-2572-F808-CD34-36657D83EAF5}"/>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0D93A611-30C5-F8CE-6613-AEC87DC856A5}"/>
              </a:ext>
            </a:extLst>
          </p:cNvPr>
          <p:cNvSpPr>
            <a:spLocks noGrp="1"/>
          </p:cNvSpPr>
          <p:nvPr>
            <p:ph idx="1"/>
          </p:nvPr>
        </p:nvSpPr>
        <p:spPr/>
        <p:txBody>
          <a:bodyPr/>
          <a:lstStyle/>
          <a:p>
            <a:br>
              <a:rPr lang="en-US" dirty="0"/>
            </a:b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Introducing the College Explorer Portal, a cutting-edge platform revolutionizing education through seamless integration of technology. It offers students from varied backgrounds a centralized space to collaborate, showcase projects, and share educational materials. Bridging theory and practice, it empowers users to upload codes, videos, certificates, and more, enhancing learning and fostering a sense of achievement</a:t>
            </a:r>
            <a:r>
              <a:rPr lang="en-US" b="0" i="0" dirty="0">
                <a:solidFill>
                  <a:srgbClr val="0D0D0D"/>
                </a:solidFill>
                <a:effectLst/>
                <a:highlight>
                  <a:srgbClr val="FFFFFF"/>
                </a:highlight>
                <a:latin typeface="Söhne"/>
              </a:rPr>
              <a:t>.</a:t>
            </a:r>
            <a:endParaRPr lang="en-IN" dirty="0"/>
          </a:p>
        </p:txBody>
      </p:sp>
    </p:spTree>
    <p:extLst>
      <p:ext uri="{BB962C8B-B14F-4D97-AF65-F5344CB8AC3E}">
        <p14:creationId xmlns:p14="http://schemas.microsoft.com/office/powerpoint/2010/main" val="287728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9699-70D2-1BD5-5D7C-E8E06BD87600}"/>
              </a:ext>
            </a:extLst>
          </p:cNvPr>
          <p:cNvSpPr>
            <a:spLocks noGrp="1"/>
          </p:cNvSpPr>
          <p:nvPr>
            <p:ph type="title"/>
          </p:nvPr>
        </p:nvSpPr>
        <p:spPr/>
        <p:txBody>
          <a:bodyPr/>
          <a:lstStyle/>
          <a:p>
            <a:r>
              <a:rPr lang="en-US" dirty="0"/>
              <a:t>Problem Identification</a:t>
            </a:r>
            <a:endParaRPr lang="en-IN" dirty="0"/>
          </a:p>
        </p:txBody>
      </p:sp>
      <p:sp>
        <p:nvSpPr>
          <p:cNvPr id="3" name="Content Placeholder 2">
            <a:extLst>
              <a:ext uri="{FF2B5EF4-FFF2-40B4-BE49-F238E27FC236}">
                <a16:creationId xmlns:a16="http://schemas.microsoft.com/office/drawing/2014/main" id="{FFD1450D-8070-F8D0-68BB-6984741905A0}"/>
              </a:ext>
            </a:extLst>
          </p:cNvPr>
          <p:cNvSpPr>
            <a:spLocks noGrp="1"/>
          </p:cNvSpPr>
          <p:nvPr>
            <p:ph idx="1"/>
          </p:nvPr>
        </p:nvSpPr>
        <p:spPr/>
        <p:txBody>
          <a:bodyPr>
            <a:normAutofit fontScale="92500" lnSpcReduction="10000"/>
          </a:bodyPr>
          <a:lstStyle/>
          <a:p>
            <a:br>
              <a:rPr lang="en-US" dirty="0"/>
            </a:b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In today's educational landscape, technology is key for dynamic learning. Introducing the College Explorer Portal, a pioneering platform where students collaborate, showcase projects, and bridge theory with practice. With user-friendly features, it empowers students to share codes, videos, certificates, and more, enriching their learning journey and fostering pride in their achievements</a:t>
            </a:r>
            <a:r>
              <a:rPr lang="en-US" b="0" i="0" dirty="0">
                <a:solidFill>
                  <a:srgbClr val="0D0D0D"/>
                </a:solidFill>
                <a:effectLst/>
                <a:highlight>
                  <a:srgbClr val="FFFFFF"/>
                </a:highlight>
                <a:latin typeface="Söhne"/>
              </a:rPr>
              <a:t>.</a:t>
            </a:r>
            <a:endParaRPr lang="en-US" dirty="0"/>
          </a:p>
          <a:p>
            <a:pPr marL="0" indent="0">
              <a:buNone/>
            </a:pPr>
            <a:endParaRPr lang="en-US" dirty="0"/>
          </a:p>
          <a:p>
            <a:pPr marL="0" indent="0">
              <a:buNone/>
            </a:pPr>
            <a:endParaRPr lang="en-US" dirty="0"/>
          </a:p>
          <a:p>
            <a:pPr marL="0" indent="0">
              <a:buNone/>
            </a:pPr>
            <a:r>
              <a:rPr lang="en-US" dirty="0"/>
              <a:t> </a:t>
            </a:r>
            <a:endParaRPr lang="en-IN" dirty="0"/>
          </a:p>
        </p:txBody>
      </p:sp>
    </p:spTree>
    <p:extLst>
      <p:ext uri="{BB962C8B-B14F-4D97-AF65-F5344CB8AC3E}">
        <p14:creationId xmlns:p14="http://schemas.microsoft.com/office/powerpoint/2010/main" val="1450519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E1439-C83A-0338-3507-4F4620D1F6B2}"/>
              </a:ext>
            </a:extLst>
          </p:cNvPr>
          <p:cNvSpPr>
            <a:spLocks noGrp="1"/>
          </p:cNvSpPr>
          <p:nvPr>
            <p:ph type="title"/>
          </p:nvPr>
        </p:nvSpPr>
        <p:spPr/>
        <p:txBody>
          <a:bodyPr/>
          <a:lstStyle/>
          <a:p>
            <a:r>
              <a:rPr lang="en-US" dirty="0"/>
              <a:t>Architecture</a:t>
            </a:r>
            <a:endParaRPr lang="en-IN" dirty="0"/>
          </a:p>
        </p:txBody>
      </p:sp>
      <p:pic>
        <p:nvPicPr>
          <p:cNvPr id="5" name="Content Placeholder 4">
            <a:extLst>
              <a:ext uri="{FF2B5EF4-FFF2-40B4-BE49-F238E27FC236}">
                <a16:creationId xmlns:a16="http://schemas.microsoft.com/office/drawing/2014/main" id="{EAA16083-74CE-14A0-EB7B-8C77006719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6892" y="2203938"/>
            <a:ext cx="6213231" cy="4579816"/>
          </a:xfrm>
        </p:spPr>
      </p:pic>
    </p:spTree>
    <p:extLst>
      <p:ext uri="{BB962C8B-B14F-4D97-AF65-F5344CB8AC3E}">
        <p14:creationId xmlns:p14="http://schemas.microsoft.com/office/powerpoint/2010/main" val="128628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0029-18D7-9547-B12E-DFBFC714341B}"/>
              </a:ext>
            </a:extLst>
          </p:cNvPr>
          <p:cNvSpPr>
            <a:spLocks noGrp="1"/>
          </p:cNvSpPr>
          <p:nvPr>
            <p:ph type="title"/>
          </p:nvPr>
        </p:nvSpPr>
        <p:spPr/>
        <p:txBody>
          <a:bodyPr/>
          <a:lstStyle/>
          <a:p>
            <a:r>
              <a:rPr lang="en-US" dirty="0"/>
              <a:t>Proposed Plan</a:t>
            </a:r>
            <a:endParaRPr lang="en-IN" dirty="0"/>
          </a:p>
        </p:txBody>
      </p:sp>
      <p:sp>
        <p:nvSpPr>
          <p:cNvPr id="3" name="Content Placeholder 2">
            <a:extLst>
              <a:ext uri="{FF2B5EF4-FFF2-40B4-BE49-F238E27FC236}">
                <a16:creationId xmlns:a16="http://schemas.microsoft.com/office/drawing/2014/main" id="{AEB5DBFB-D1B0-9C84-F0E2-A829F5F1D03D}"/>
              </a:ext>
            </a:extLst>
          </p:cNvPr>
          <p:cNvSpPr>
            <a:spLocks noGrp="1"/>
          </p:cNvSpPr>
          <p:nvPr>
            <p:ph idx="1"/>
          </p:nvPr>
        </p:nvSpPr>
        <p:spPr/>
        <p:txBody>
          <a:bodyPr>
            <a:normAutofit/>
          </a:bodyPr>
          <a:lstStyle/>
          <a:p>
            <a:br>
              <a:rPr lang="en-US" sz="2400" dirty="0">
                <a:latin typeface="Times New Roman" panose="02020603050405020304" pitchFamily="18" charset="0"/>
                <a:cs typeface="Times New Roman" panose="02020603050405020304" pitchFamily="18" charset="0"/>
              </a:rPr>
            </a:b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The College Explorer Portal development will adhere to a structured methodology to ensure successful implementation of features, tackle challenges, and enhance user satisfaction. The approach includes key stages vital for platform development and deployment.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512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F20F-E9E2-513C-17DD-711CD5B74B9C}"/>
              </a:ext>
            </a:extLst>
          </p:cNvPr>
          <p:cNvSpPr>
            <a:spLocks noGrp="1"/>
          </p:cNvSpPr>
          <p:nvPr>
            <p:ph type="title"/>
          </p:nvPr>
        </p:nvSpPr>
        <p:spPr/>
        <p:txBody>
          <a:bodyPr/>
          <a:lstStyle/>
          <a:p>
            <a:r>
              <a:rPr lang="en-US" dirty="0"/>
              <a:t>Result</a:t>
            </a:r>
            <a:endParaRPr lang="en-IN" dirty="0"/>
          </a:p>
        </p:txBody>
      </p:sp>
      <p:pic>
        <p:nvPicPr>
          <p:cNvPr id="9" name="Content Placeholder 8">
            <a:extLst>
              <a:ext uri="{FF2B5EF4-FFF2-40B4-BE49-F238E27FC236}">
                <a16:creationId xmlns:a16="http://schemas.microsoft.com/office/drawing/2014/main" id="{46245B3F-9703-F92D-CD43-8F74F37AA404}"/>
              </a:ext>
            </a:extLst>
          </p:cNvPr>
          <p:cNvPicPr>
            <a:picLocks noGrp="1" noChangeAspect="1"/>
          </p:cNvPicPr>
          <p:nvPr>
            <p:ph idx="1"/>
          </p:nvPr>
        </p:nvPicPr>
        <p:blipFill>
          <a:blip r:embed="rId2"/>
          <a:stretch>
            <a:fillRect/>
          </a:stretch>
        </p:blipFill>
        <p:spPr>
          <a:xfrm>
            <a:off x="159105" y="2647824"/>
            <a:ext cx="2824650" cy="3416300"/>
          </a:xfrm>
        </p:spPr>
      </p:pic>
      <p:pic>
        <p:nvPicPr>
          <p:cNvPr id="11" name="Picture 10">
            <a:extLst>
              <a:ext uri="{FF2B5EF4-FFF2-40B4-BE49-F238E27FC236}">
                <a16:creationId xmlns:a16="http://schemas.microsoft.com/office/drawing/2014/main" id="{E5DA7DA6-F6CB-4247-C0A4-9857F56F7D12}"/>
              </a:ext>
            </a:extLst>
          </p:cNvPr>
          <p:cNvPicPr>
            <a:picLocks noChangeAspect="1"/>
          </p:cNvPicPr>
          <p:nvPr/>
        </p:nvPicPr>
        <p:blipFill>
          <a:blip r:embed="rId3"/>
          <a:stretch>
            <a:fillRect/>
          </a:stretch>
        </p:blipFill>
        <p:spPr>
          <a:xfrm>
            <a:off x="3069956" y="2698216"/>
            <a:ext cx="3182352" cy="3444765"/>
          </a:xfrm>
          <a:prstGeom prst="rect">
            <a:avLst/>
          </a:prstGeom>
        </p:spPr>
      </p:pic>
      <p:pic>
        <p:nvPicPr>
          <p:cNvPr id="13" name="Picture 12">
            <a:extLst>
              <a:ext uri="{FF2B5EF4-FFF2-40B4-BE49-F238E27FC236}">
                <a16:creationId xmlns:a16="http://schemas.microsoft.com/office/drawing/2014/main" id="{1F6B7619-0B53-C387-0F65-6890218718E1}"/>
              </a:ext>
            </a:extLst>
          </p:cNvPr>
          <p:cNvPicPr>
            <a:picLocks noChangeAspect="1"/>
          </p:cNvPicPr>
          <p:nvPr/>
        </p:nvPicPr>
        <p:blipFill>
          <a:blip r:embed="rId4"/>
          <a:stretch>
            <a:fillRect/>
          </a:stretch>
        </p:blipFill>
        <p:spPr>
          <a:xfrm>
            <a:off x="6338509" y="2726681"/>
            <a:ext cx="2922721" cy="3416300"/>
          </a:xfrm>
          <a:prstGeom prst="rect">
            <a:avLst/>
          </a:prstGeom>
        </p:spPr>
      </p:pic>
      <p:pic>
        <p:nvPicPr>
          <p:cNvPr id="15" name="Picture 14">
            <a:extLst>
              <a:ext uri="{FF2B5EF4-FFF2-40B4-BE49-F238E27FC236}">
                <a16:creationId xmlns:a16="http://schemas.microsoft.com/office/drawing/2014/main" id="{2F61D589-D860-D110-FA9E-C732DAA45662}"/>
              </a:ext>
            </a:extLst>
          </p:cNvPr>
          <p:cNvPicPr>
            <a:picLocks noChangeAspect="1"/>
          </p:cNvPicPr>
          <p:nvPr/>
        </p:nvPicPr>
        <p:blipFill>
          <a:blip r:embed="rId5"/>
          <a:stretch>
            <a:fillRect/>
          </a:stretch>
        </p:blipFill>
        <p:spPr>
          <a:xfrm>
            <a:off x="9367348" y="2726680"/>
            <a:ext cx="2824651" cy="3337443"/>
          </a:xfrm>
          <a:prstGeom prst="rect">
            <a:avLst/>
          </a:prstGeom>
        </p:spPr>
      </p:pic>
    </p:spTree>
    <p:extLst>
      <p:ext uri="{BB962C8B-B14F-4D97-AF65-F5344CB8AC3E}">
        <p14:creationId xmlns:p14="http://schemas.microsoft.com/office/powerpoint/2010/main" val="4059897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B241-4F27-6644-2E83-E335A0C94382}"/>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4B4B0B2-A443-A500-70FA-2CB53D8F8616}"/>
              </a:ext>
            </a:extLst>
          </p:cNvPr>
          <p:cNvSpPr>
            <a:spLocks noGrp="1"/>
          </p:cNvSpPr>
          <p:nvPr>
            <p:ph idx="1"/>
          </p:nvPr>
        </p:nvSpPr>
        <p:spPr/>
        <p:txBody>
          <a:bodyPr/>
          <a:lstStyle/>
          <a:p>
            <a:br>
              <a:rPr lang="en-US" dirty="0"/>
            </a:b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The College Explorer Portal is a groundbreaking tool fostering collaboration, engagement, and knowledge sharing in educational settings. By offering a central hub for project sharing and social interaction, it enables students to showcase their work, connect with peers, and develop crucial digital skills. Continuous refinement based on user feedback will keep the portal at the forefront of educational innovation.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962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A0CCD2-2F9D-77E6-97C9-0F03698BC7FC}"/>
              </a:ext>
            </a:extLst>
          </p:cNvPr>
          <p:cNvSpPr>
            <a:spLocks noGrp="1"/>
          </p:cNvSpPr>
          <p:nvPr>
            <p:ph type="body" sz="half" idx="2"/>
          </p:nvPr>
        </p:nvSpPr>
        <p:spPr/>
        <p:txBody>
          <a:bodyPr>
            <a:normAutofit/>
          </a:bodyPr>
          <a:lstStyle/>
          <a:p>
            <a:r>
              <a:rPr lang="en-US" sz="5000" b="1" dirty="0">
                <a:latin typeface="Times New Roman" panose="02020603050405020304" pitchFamily="18" charset="0"/>
                <a:cs typeface="Times New Roman" panose="02020603050405020304" pitchFamily="18" charset="0"/>
              </a:rPr>
              <a:t>                 </a:t>
            </a:r>
            <a:r>
              <a:rPr lang="en-US" sz="5000" b="1" dirty="0">
                <a:solidFill>
                  <a:schemeClr val="bg2">
                    <a:lumMod val="25000"/>
                  </a:schemeClr>
                </a:solidFill>
                <a:latin typeface="Times New Roman" panose="02020603050405020304" pitchFamily="18" charset="0"/>
                <a:cs typeface="Times New Roman" panose="02020603050405020304" pitchFamily="18" charset="0"/>
              </a:rPr>
              <a:t>Thank You</a:t>
            </a:r>
            <a:endParaRPr lang="en-IN" sz="5000" b="1" dirty="0">
              <a:solidFill>
                <a:schemeClr val="bg2">
                  <a:lumMod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46984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445</TotalTime>
  <Words>379</Words>
  <Application>Microsoft Office PowerPoint</Application>
  <PresentationFormat>Widescreen</PresentationFormat>
  <Paragraphs>22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Century Gothic</vt:lpstr>
      <vt:lpstr>Söhne</vt:lpstr>
      <vt:lpstr>Times New Roman</vt:lpstr>
      <vt:lpstr>Wingdings 3</vt:lpstr>
      <vt:lpstr>Ion Boardroom</vt:lpstr>
      <vt:lpstr>           Major project  College Explorer portal</vt:lpstr>
      <vt:lpstr>Abstract</vt:lpstr>
      <vt:lpstr>Introduction</vt:lpstr>
      <vt:lpstr>Problem Identification</vt:lpstr>
      <vt:lpstr>Architecture</vt:lpstr>
      <vt:lpstr>Proposed Plan</vt:lpstr>
      <vt:lpstr>Result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College Explorer portal</dc:title>
  <dc:creator>devika bheemreddy</dc:creator>
  <cp:lastModifiedBy>vangara sairam</cp:lastModifiedBy>
  <cp:revision>4</cp:revision>
  <dcterms:created xsi:type="dcterms:W3CDTF">2024-02-19T05:24:30Z</dcterms:created>
  <dcterms:modified xsi:type="dcterms:W3CDTF">2024-05-06T08:13:19Z</dcterms:modified>
</cp:coreProperties>
</file>